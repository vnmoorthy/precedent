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0A6"/>
                </a:solidFill>
                <a:latin typeface="Barlow"/>
              </a:rPr>
              <a:t>THE FAST HACKATHON · GREPTILE × Y COMBINATOR · 08.23.2026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600" b="1">
                <a:solidFill>
                  <a:srgbClr val="FFFFFF"/>
                </a:solidFill>
                <a:latin typeface="Barlow"/>
              </a:rPr>
              <a:t>SAY IT ONCE.
IT HOLDS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9AA0A6"/>
                </a:solidFill>
                <a:latin typeface="Barlow"/>
              </a:rPr>
              <a:t>Code-review rulings, enforced at the moment the agent writes.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4F55"/>
                </a:solidFill>
                <a:latin typeface="Barlow"/>
              </a:rPr>
              <a:t>PRECEDENT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0A6"/>
                </a:solidFill>
                <a:latin typeface="Barlow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Barlow"/>
              </a:rPr>
              <a:t>"For the cost of hundreds of CPU hours but only 2 or 3 minutes of their
time, I'm now expected to review this."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A0A6"/>
                </a:solidFill>
                <a:latin typeface="Barlow"/>
              </a:rPr>
              <a:t>R/EXPERIENCEDDEVS · 1.9K UPVOTES · 438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AI-generated PRs wait ~5× longer for first review (median review time +441% — Faros, 22,000 devs)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The code owner writes the same objection eleven times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Every fresh agent session starts from zero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0A6"/>
                </a:solidFill>
                <a:latin typeface="Barlow"/>
              </a:rPr>
              <a:t>02 · WHY NOTHING 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FFFFFF"/>
                </a:solidFill>
                <a:latin typeface="Barlow"/>
              </a:rPr>
              <a:t>SUGGESTIONS ARE
NOT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Rules files — dropped under context pressure; the model treats them as advice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Review bots — catch it after the PR exists, on the reviewer's clock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Nobody makes the team's past decisions binding at write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0A6"/>
                </a:solidFill>
                <a:latin typeface="Barlow"/>
              </a:rPr>
              <a:t>03 ·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FFFFFF"/>
                </a:solidFill>
                <a:latin typeface="Barlow"/>
              </a:rPr>
              <a:t>MINE · REMEMBER · ENFORCE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Mine recurring review objections into typed rulings — rule, path scope, origin PR, recurrence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Remember them in claude-mem — typed, persistent, synced across machines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Enforce pre-write: violating patches DENIED in milliseconds, original PR cited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The agent reads the denial and corrects itself — no human in the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0A6"/>
                </a:solidFill>
                <a:latin typeface="Barlow"/>
              </a:rPr>
              <a:t>04 · CAPTURED LIVE · TODAY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solidFill>
            <a:srgbClr val="050607"/>
          </a:solidFill>
          <a:ln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4A4F55"/>
                </a:solidFill>
                <a:latin typeface="Consolas"/>
              </a:rPr>
              <a:t>$ codex exec "Create src/webhooks/doordash.ts …"</a:t>
            </a:r>
          </a:p>
          <a:p>
            <a:pPr>
              <a:lnSpc>
                <a:spcPct val="130000"/>
              </a:lnSpc>
            </a:pPr>
            <a:r>
              <a:rPr sz="1700" b="0">
                <a:solidFill>
                  <a:srgbClr val="9AA0A6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</a:pPr>
            <a:r>
              <a:rPr sz="1700" b="1">
                <a:solidFill>
                  <a:srgbClr val="FF3B30"/>
                </a:solidFill>
                <a:latin typeface="Consolas"/>
              </a:rPr>
              <a:t>DENIED — ruling #1: "Verify the webhook signature before parsing the body."</a:t>
            </a:r>
          </a:p>
          <a:p>
            <a:pPr>
              <a:lnSpc>
                <a:spcPct val="130000"/>
              </a:lnSpc>
            </a:pPr>
            <a:r>
              <a:rPr sz="1700" b="0">
                <a:solidFill>
                  <a:srgbClr val="4A4F55"/>
                </a:solidFill>
                <a:latin typeface="Consolas"/>
              </a:rPr>
              <a:t>First raised by @you in PR #388 · raised 4× · 1.1 ms</a:t>
            </a:r>
          </a:p>
          <a:p>
            <a:pPr>
              <a:lnSpc>
                <a:spcPct val="130000"/>
              </a:lnSpc>
            </a:pPr>
            <a:r>
              <a:rPr sz="1700" b="0">
                <a:solidFill>
                  <a:srgbClr val="9AA0A6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</a:pPr>
            <a:r>
              <a:rPr sz="1700" b="0">
                <a:solidFill>
                  <a:srgbClr val="4A4F55"/>
                </a:solidFill>
                <a:latin typeface="Consolas"/>
              </a:rPr>
              <a:t>codex — rewriting with signature verification…</a:t>
            </a:r>
          </a:p>
          <a:p>
            <a:pPr>
              <a:lnSpc>
                <a:spcPct val="130000"/>
              </a:lnSpc>
            </a:pPr>
            <a:r>
              <a:rPr sz="1700" b="1">
                <a:solidFill>
                  <a:srgbClr val="30D158"/>
                </a:solidFill>
                <a:latin typeface="Consolas"/>
              </a:rPr>
              <a:t>ALLOWED — crypto.timingSafeEqual · deduped external_delivery_id</a:t>
            </a:r>
          </a:p>
          <a:p>
            <a:pPr>
              <a:lnSpc>
                <a:spcPct val="130000"/>
              </a:lnSpc>
            </a:pPr>
            <a:r>
              <a:rPr sz="1700" b="0">
                <a:solidFill>
                  <a:srgbClr val="30D158"/>
                </a:solidFill>
                <a:latin typeface="Consolas"/>
              </a:rPr>
              <a:t>✓ bun test —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0A6"/>
                </a:solidFill>
                <a:latin typeface="Barlow"/>
              </a:rPr>
              <a:t>05 · FLIGHT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FFFFFF"/>
                </a:solidFill>
                <a:latin typeface="Barlow"/>
              </a:rPr>
              <a:t>DELETE THE MEMORY.
THE BUG RETURNS.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91840"/>
            <a:ext cx="5120640" cy="2011680"/>
          </a:xfrm>
          <a:prstGeom prst="rect">
            <a:avLst/>
          </a:prstGeom>
          <a:solidFill>
            <a:srgbClr val="050607"/>
          </a:solidFill>
          <a:ln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/>
            <a:r>
              <a:rPr sz="1400" b="1">
                <a:solidFill>
                  <a:srgbClr val="30D158"/>
                </a:solidFill>
                <a:latin typeface="Barlow"/>
              </a:rPr>
              <a:t>MEMORY ON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9AA0A6"/>
                </a:solidFill>
                <a:latin typeface="Consolas"/>
              </a:rPr>
              <a:t>✓ compliant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9AA0A6"/>
                </a:solidFill>
                <a:latin typeface="Consolas"/>
              </a:rPr>
              <a:t>verified signature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9AA0A6"/>
                </a:solidFill>
                <a:latin typeface="Consolas"/>
              </a:rPr>
              <a:t>deduped delivery id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291840"/>
            <a:ext cx="5120640" cy="2011680"/>
          </a:xfrm>
          <a:prstGeom prst="rect">
            <a:avLst/>
          </a:prstGeom>
          <a:solidFill>
            <a:srgbClr val="050607"/>
          </a:solidFill>
          <a:ln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/>
            <a:r>
              <a:rPr sz="1400" b="1">
                <a:solidFill>
                  <a:srgbClr val="FF3B30"/>
                </a:solidFill>
                <a:latin typeface="Barlow"/>
              </a:rPr>
              <a:t>MEMORY OFF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9AA0A6"/>
                </a:solidFill>
                <a:latin typeface="Consolas"/>
              </a:rPr>
              <a:t>✗ violates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9AA0A6"/>
                </a:solidFill>
                <a:latin typeface="Consolas"/>
              </a:rPr>
              <a:t>JSON.parse(req.body)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9AA0A6"/>
                </a:solidFill>
                <a:latin typeface="Consolas"/>
              </a:rPr>
              <a:t>no signature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9AA0A6"/>
                </a:solidFill>
                <a:latin typeface="Barlow"/>
              </a:rPr>
              <a:t>Identical task, repo and model. The ruling is the only variable. Machine-classified.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0A6"/>
                </a:solidFill>
                <a:latin typeface="Barlow"/>
              </a:rPr>
              <a:t>06 · ANOMALY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FFFFFF"/>
                </a:solidFill>
                <a:latin typeface="Barlow"/>
              </a:rPr>
              <a:t>THE AGENT FOUGHT THE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Ruleset v1: zero denials — Codex evaded it twice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Dodged the pattern via a parameter rename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Defined a decoy function named constructEvent — letter of the rule, not the point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Hardened to qualified-call rulings → same task, 0 → 9 denials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Today, Greptile's reviewer independently found the same decoy class in our ruleset — fixed within minutes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0A6"/>
                </a:solidFill>
                <a:latin typeface="Barlow"/>
              </a:rPr>
              <a:t>07 · TELEMETRY · ALL VERIFIED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3B30"/>
                </a:solidFill>
                <a:latin typeface="Barlow"/>
              </a:rPr>
              <a:t>17+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AA0A6"/>
                </a:solidFill>
                <a:latin typeface="Barlow"/>
              </a:rPr>
              <a:t>DENIALS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79" y="21031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arlow"/>
              </a:rPr>
              <a:t>0.1ms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AA0A6"/>
                </a:solidFill>
                <a:latin typeface="Barlow"/>
              </a:rPr>
              <a:t>FASTEST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0D158"/>
                </a:solidFill>
                <a:latin typeface="Barlow"/>
              </a:rPr>
              <a:t>16/16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AA0A6"/>
                </a:solidFill>
                <a:latin typeface="Barlow"/>
              </a:rPr>
              <a:t>TESTS PASSING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19" y="21031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arlow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AA0A6"/>
                </a:solidFill>
                <a:latin typeface="Barlow"/>
              </a:rPr>
              <a:t>RULINGS IN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Value ledger on the live board: each denial ≈ one prevented repeat-review round ≈ 30 reviewer-minutes ≈ $60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Fails open — a dead daemon never blocks the agent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One-command install: precedent init &lt;repo&gt; — verified on a fresh client repo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0A6"/>
                </a:solidFill>
                <a:latin typeface="Barlow"/>
              </a:rPr>
              <a:t>08 · RULES &amp; SPONSORS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Barlow"/>
              </a:rPr>
              <a:t>HACKATHON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A6"/>
                </a:solidFill>
                <a:latin typeface="Barlow"/>
              </a:rPr>
              <a:t>—  Codex as primary agent: wrote the engine (~1,100 lines) across 50+ sessions; rollouts on file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A6"/>
                </a:solidFill>
                <a:latin typeface="Barlow"/>
              </a:rPr>
              <a:t>—  Built in the 1–5pm window; prep = accounts, fixtures, keys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A6"/>
                </a:solidFill>
                <a:latin typeface="Barlow"/>
              </a:rPr>
              <a:t>—  Supporting tools disclosed — Claude Code assisted on fixtures, docs, curation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Barlow"/>
              </a:rPr>
              <a:t>SPONSOR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A6"/>
                </a:solidFill>
                <a:latin typeface="Barlow"/>
              </a:rPr>
              <a:t>—  OpenAI Codex — builder and the governed agent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A6"/>
                </a:solidFill>
                <a:latin typeface="Barlow"/>
              </a:rPr>
              <a:t>—  Greptile — enabled on the repo; reviewed the product live (3 P1s → fixed)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A6"/>
                </a:solidFill>
                <a:latin typeface="Barlow"/>
              </a:rPr>
              <a:t>—  claude-mem — rulings live as typed memory (Memory Prize)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A6"/>
                </a:solidFill>
                <a:latin typeface="Barlow"/>
              </a:rPr>
              <a:t>—  Stripe — ruling #1 encodes real webhook-signature semantics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A6"/>
                </a:solidFill>
                <a:latin typeface="Barlow"/>
              </a:rPr>
              <a:t>—  DoorDash — ruling #2 encodes Drive's documented 3× redelivery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A6"/>
                </a:solidFill>
                <a:latin typeface="Barlow"/>
              </a:rPr>
              <a:t>—  AWS &amp; Modal — not used in the 4-hour build; scale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0A6"/>
                </a:solidFill>
                <a:latin typeface="Barlow"/>
              </a:rPr>
              <a:t>09 · THE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FFFFFF"/>
                </a:solidFill>
                <a:latin typeface="Barlow"/>
              </a:rPr>
              <a:t>THE AUTHOR-SIDE HALF
OF CODE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Buyer — the code owner auto-requested on every agent PR touching payments and auth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Wedge — one repo, one hook: precedent init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Moat — rulings that compound; team memory that travels across agents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9AA0A6"/>
                </a:solidFill>
                <a:latin typeface="Barlow"/>
              </a:rPr>
              <a:t>—  Framing — agents trustworthy enough for MORE autonomy, not 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A4F55"/>
                </a:solidFill>
                <a:latin typeface="Barlow"/>
              </a:rPr>
              <a:t>github.com/vnmoorthy/precedent  ·  vnmoorthy.github.io/precedent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